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8" r:id="rId3"/>
    <p:sldMasterId id="2147483694" r:id="rId4"/>
  </p:sldMasterIdLst>
  <p:sldIdLst>
    <p:sldId id="256" r:id="rId5"/>
    <p:sldId id="257" r:id="rId6"/>
    <p:sldId id="259" r:id="rId7"/>
    <p:sldId id="261" r:id="rId8"/>
    <p:sldId id="263" r:id="rId9"/>
    <p:sldId id="264" r:id="rId10"/>
    <p:sldId id="267" r:id="rId11"/>
    <p:sldId id="269" r:id="rId12"/>
    <p:sldId id="270" r:id="rId13"/>
    <p:sldId id="271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B9D31B-16FD-42D7-9F4B-061ABE42656D}" v="34" dt="2025-04-27T10:12:35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07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karsh Kishor" userId="e3eed1159bfe66f8" providerId="LiveId" clId="{6BB9D31B-16FD-42D7-9F4B-061ABE42656D}"/>
    <pc:docChg chg="undo custSel addSld delSld modSld delMainMaster">
      <pc:chgData name="Utkarsh Kishor" userId="e3eed1159bfe66f8" providerId="LiveId" clId="{6BB9D31B-16FD-42D7-9F4B-061ABE42656D}" dt="2025-04-27T10:27:34.950" v="557" actId="2711"/>
      <pc:docMkLst>
        <pc:docMk/>
      </pc:docMkLst>
      <pc:sldChg chg="modSp mod">
        <pc:chgData name="Utkarsh Kishor" userId="e3eed1159bfe66f8" providerId="LiveId" clId="{6BB9D31B-16FD-42D7-9F4B-061ABE42656D}" dt="2025-04-27T08:40:08.904" v="29" actId="1076"/>
        <pc:sldMkLst>
          <pc:docMk/>
          <pc:sldMk cId="0" sldId="257"/>
        </pc:sldMkLst>
        <pc:spChg chg="mod">
          <ac:chgData name="Utkarsh Kishor" userId="e3eed1159bfe66f8" providerId="LiveId" clId="{6BB9D31B-16FD-42D7-9F4B-061ABE42656D}" dt="2025-04-27T08:38:51.316" v="15" actId="1076"/>
          <ac:spMkLst>
            <pc:docMk/>
            <pc:sldMk cId="0" sldId="257"/>
            <ac:spMk id="215" creationId="{00000000-0000-0000-0000-000000000000}"/>
          </ac:spMkLst>
        </pc:spChg>
        <pc:spChg chg="mod">
          <ac:chgData name="Utkarsh Kishor" userId="e3eed1159bfe66f8" providerId="LiveId" clId="{6BB9D31B-16FD-42D7-9F4B-061ABE42656D}" dt="2025-04-27T08:40:08.904" v="29" actId="1076"/>
          <ac:spMkLst>
            <pc:docMk/>
            <pc:sldMk cId="0" sldId="257"/>
            <ac:spMk id="216" creationId="{00000000-0000-0000-0000-000000000000}"/>
          </ac:spMkLst>
        </pc:spChg>
      </pc:sldChg>
      <pc:sldChg chg="del">
        <pc:chgData name="Utkarsh Kishor" userId="e3eed1159bfe66f8" providerId="LiveId" clId="{6BB9D31B-16FD-42D7-9F4B-061ABE42656D}" dt="2025-04-27T09:16:31.021" v="227" actId="2696"/>
        <pc:sldMkLst>
          <pc:docMk/>
          <pc:sldMk cId="0" sldId="258"/>
        </pc:sldMkLst>
      </pc:sldChg>
      <pc:sldChg chg="addSp delSp modSp mod">
        <pc:chgData name="Utkarsh Kishor" userId="e3eed1159bfe66f8" providerId="LiveId" clId="{6BB9D31B-16FD-42D7-9F4B-061ABE42656D}" dt="2025-04-27T09:16:26.403" v="226" actId="20577"/>
        <pc:sldMkLst>
          <pc:docMk/>
          <pc:sldMk cId="0" sldId="259"/>
        </pc:sldMkLst>
        <pc:spChg chg="mod">
          <ac:chgData name="Utkarsh Kishor" userId="e3eed1159bfe66f8" providerId="LiveId" clId="{6BB9D31B-16FD-42D7-9F4B-061ABE42656D}" dt="2025-04-27T09:16:26.403" v="226" actId="20577"/>
          <ac:spMkLst>
            <pc:docMk/>
            <pc:sldMk cId="0" sldId="259"/>
            <ac:spMk id="224" creationId="{00000000-0000-0000-0000-000000000000}"/>
          </ac:spMkLst>
        </pc:spChg>
        <pc:spChg chg="mod">
          <ac:chgData name="Utkarsh Kishor" userId="e3eed1159bfe66f8" providerId="LiveId" clId="{6BB9D31B-16FD-42D7-9F4B-061ABE42656D}" dt="2025-04-27T08:47:32.225" v="72" actId="1076"/>
          <ac:spMkLst>
            <pc:docMk/>
            <pc:sldMk cId="0" sldId="259"/>
            <ac:spMk id="225" creationId="{00000000-0000-0000-0000-000000000000}"/>
          </ac:spMkLst>
        </pc:spChg>
        <pc:picChg chg="add mod">
          <ac:chgData name="Utkarsh Kishor" userId="e3eed1159bfe66f8" providerId="LiveId" clId="{6BB9D31B-16FD-42D7-9F4B-061ABE42656D}" dt="2025-04-27T08:47:46.886" v="76" actId="14100"/>
          <ac:picMkLst>
            <pc:docMk/>
            <pc:sldMk cId="0" sldId="259"/>
            <ac:picMk id="3" creationId="{BB5E9446-0B35-11A0-16DB-84876314791B}"/>
          </ac:picMkLst>
        </pc:picChg>
        <pc:picChg chg="del">
          <ac:chgData name="Utkarsh Kishor" userId="e3eed1159bfe66f8" providerId="LiveId" clId="{6BB9D31B-16FD-42D7-9F4B-061ABE42656D}" dt="2025-04-27T08:46:57.515" v="64" actId="478"/>
          <ac:picMkLst>
            <pc:docMk/>
            <pc:sldMk cId="0" sldId="259"/>
            <ac:picMk id="226" creationId="{00000000-0000-0000-0000-000000000000}"/>
          </ac:picMkLst>
        </pc:picChg>
      </pc:sldChg>
      <pc:sldChg chg="delSp del mod">
        <pc:chgData name="Utkarsh Kishor" userId="e3eed1159bfe66f8" providerId="LiveId" clId="{6BB9D31B-16FD-42D7-9F4B-061ABE42656D}" dt="2025-04-27T08:47:54.768" v="77" actId="2696"/>
        <pc:sldMkLst>
          <pc:docMk/>
          <pc:sldMk cId="0" sldId="260"/>
        </pc:sldMkLst>
        <pc:picChg chg="del">
          <ac:chgData name="Utkarsh Kishor" userId="e3eed1159bfe66f8" providerId="LiveId" clId="{6BB9D31B-16FD-42D7-9F4B-061ABE42656D}" dt="2025-04-27T08:46:33.700" v="58" actId="21"/>
          <ac:picMkLst>
            <pc:docMk/>
            <pc:sldMk cId="0" sldId="260"/>
            <ac:picMk id="3" creationId="{BB5E9446-0B35-11A0-16DB-84876314791B}"/>
          </ac:picMkLst>
        </pc:picChg>
      </pc:sldChg>
      <pc:sldChg chg="addSp delSp modSp mod">
        <pc:chgData name="Utkarsh Kishor" userId="e3eed1159bfe66f8" providerId="LiveId" clId="{6BB9D31B-16FD-42D7-9F4B-061ABE42656D}" dt="2025-04-27T10:27:34.950" v="557" actId="2711"/>
        <pc:sldMkLst>
          <pc:docMk/>
          <pc:sldMk cId="0" sldId="261"/>
        </pc:sldMkLst>
        <pc:spChg chg="add del mod">
          <ac:chgData name="Utkarsh Kishor" userId="e3eed1159bfe66f8" providerId="LiveId" clId="{6BB9D31B-16FD-42D7-9F4B-061ABE42656D}" dt="2025-04-27T08:51:05.808" v="90"/>
          <ac:spMkLst>
            <pc:docMk/>
            <pc:sldMk cId="0" sldId="261"/>
            <ac:spMk id="2" creationId="{6245ED2F-AE85-5A29-EABC-537C19748354}"/>
          </ac:spMkLst>
        </pc:spChg>
        <pc:spChg chg="add del mod">
          <ac:chgData name="Utkarsh Kishor" userId="e3eed1159bfe66f8" providerId="LiveId" clId="{6BB9D31B-16FD-42D7-9F4B-061ABE42656D}" dt="2025-04-27T08:51:05.821" v="92"/>
          <ac:spMkLst>
            <pc:docMk/>
            <pc:sldMk cId="0" sldId="261"/>
            <ac:spMk id="3" creationId="{EC0CB314-6082-D5F5-82CC-A0B8242D0640}"/>
          </ac:spMkLst>
        </pc:spChg>
        <pc:spChg chg="mod">
          <ac:chgData name="Utkarsh Kishor" userId="e3eed1159bfe66f8" providerId="LiveId" clId="{6BB9D31B-16FD-42D7-9F4B-061ABE42656D}" dt="2025-04-27T10:27:34.950" v="557" actId="2711"/>
          <ac:spMkLst>
            <pc:docMk/>
            <pc:sldMk cId="0" sldId="261"/>
            <ac:spMk id="229" creationId="{00000000-0000-0000-0000-000000000000}"/>
          </ac:spMkLst>
        </pc:spChg>
      </pc:sldChg>
      <pc:sldChg chg="del">
        <pc:chgData name="Utkarsh Kishor" userId="e3eed1159bfe66f8" providerId="LiveId" clId="{6BB9D31B-16FD-42D7-9F4B-061ABE42656D}" dt="2025-04-27T09:16:18.920" v="224" actId="2696"/>
        <pc:sldMkLst>
          <pc:docMk/>
          <pc:sldMk cId="0" sldId="262"/>
        </pc:sldMkLst>
      </pc:sldChg>
      <pc:sldChg chg="modSp mod">
        <pc:chgData name="Utkarsh Kishor" userId="e3eed1159bfe66f8" providerId="LiveId" clId="{6BB9D31B-16FD-42D7-9F4B-061ABE42656D}" dt="2025-04-27T09:16:11.221" v="223" actId="20577"/>
        <pc:sldMkLst>
          <pc:docMk/>
          <pc:sldMk cId="0" sldId="263"/>
        </pc:sldMkLst>
        <pc:spChg chg="mod">
          <ac:chgData name="Utkarsh Kishor" userId="e3eed1159bfe66f8" providerId="LiveId" clId="{6BB9D31B-16FD-42D7-9F4B-061ABE42656D}" dt="2025-04-27T08:54:48.313" v="149" actId="1076"/>
          <ac:spMkLst>
            <pc:docMk/>
            <pc:sldMk cId="0" sldId="263"/>
            <ac:spMk id="237" creationId="{00000000-0000-0000-0000-000000000000}"/>
          </ac:spMkLst>
        </pc:spChg>
        <pc:spChg chg="mod">
          <ac:chgData name="Utkarsh Kishor" userId="e3eed1159bfe66f8" providerId="LiveId" clId="{6BB9D31B-16FD-42D7-9F4B-061ABE42656D}" dt="2025-04-27T09:16:11.221" v="223" actId="20577"/>
          <ac:spMkLst>
            <pc:docMk/>
            <pc:sldMk cId="0" sldId="263"/>
            <ac:spMk id="238" creationId="{00000000-0000-0000-0000-000000000000}"/>
          </ac:spMkLst>
        </pc:spChg>
      </pc:sldChg>
      <pc:sldChg chg="addSp modSp mod">
        <pc:chgData name="Utkarsh Kishor" userId="e3eed1159bfe66f8" providerId="LiveId" clId="{6BB9D31B-16FD-42D7-9F4B-061ABE42656D}" dt="2025-04-27T09:07:41.404" v="166" actId="14100"/>
        <pc:sldMkLst>
          <pc:docMk/>
          <pc:sldMk cId="0" sldId="264"/>
        </pc:sldMkLst>
        <pc:spChg chg="mod">
          <ac:chgData name="Utkarsh Kishor" userId="e3eed1159bfe66f8" providerId="LiveId" clId="{6BB9D31B-16FD-42D7-9F4B-061ABE42656D}" dt="2025-04-27T09:07:41.404" v="166" actId="14100"/>
          <ac:spMkLst>
            <pc:docMk/>
            <pc:sldMk cId="0" sldId="264"/>
            <ac:spMk id="239" creationId="{00000000-0000-0000-0000-000000000000}"/>
          </ac:spMkLst>
        </pc:spChg>
        <pc:picChg chg="add mod">
          <ac:chgData name="Utkarsh Kishor" userId="e3eed1159bfe66f8" providerId="LiveId" clId="{6BB9D31B-16FD-42D7-9F4B-061ABE42656D}" dt="2025-04-27T09:02:29.017" v="156" actId="1076"/>
          <ac:picMkLst>
            <pc:docMk/>
            <pc:sldMk cId="0" sldId="264"/>
            <ac:picMk id="2050" creationId="{85530C26-267D-C348-9161-A64CF3140BBF}"/>
          </ac:picMkLst>
        </pc:picChg>
      </pc:sldChg>
      <pc:sldChg chg="del">
        <pc:chgData name="Utkarsh Kishor" userId="e3eed1159bfe66f8" providerId="LiveId" clId="{6BB9D31B-16FD-42D7-9F4B-061ABE42656D}" dt="2025-04-27T09:08:00.674" v="167" actId="2696"/>
        <pc:sldMkLst>
          <pc:docMk/>
          <pc:sldMk cId="0" sldId="265"/>
        </pc:sldMkLst>
      </pc:sldChg>
      <pc:sldChg chg="del">
        <pc:chgData name="Utkarsh Kishor" userId="e3eed1159bfe66f8" providerId="LiveId" clId="{6BB9D31B-16FD-42D7-9F4B-061ABE42656D}" dt="2025-04-27T09:17:00.445" v="249" actId="2696"/>
        <pc:sldMkLst>
          <pc:docMk/>
          <pc:sldMk cId="0" sldId="266"/>
        </pc:sldMkLst>
      </pc:sldChg>
      <pc:sldChg chg="addSp modSp mod">
        <pc:chgData name="Utkarsh Kishor" userId="e3eed1159bfe66f8" providerId="LiveId" clId="{6BB9D31B-16FD-42D7-9F4B-061ABE42656D}" dt="2025-04-27T09:16:54.303" v="248" actId="20577"/>
        <pc:sldMkLst>
          <pc:docMk/>
          <pc:sldMk cId="0" sldId="267"/>
        </pc:sldMkLst>
        <pc:spChg chg="mod">
          <ac:chgData name="Utkarsh Kishor" userId="e3eed1159bfe66f8" providerId="LiveId" clId="{6BB9D31B-16FD-42D7-9F4B-061ABE42656D}" dt="2025-04-27T09:16:54.303" v="248" actId="20577"/>
          <ac:spMkLst>
            <pc:docMk/>
            <pc:sldMk cId="0" sldId="267"/>
            <ac:spMk id="250" creationId="{00000000-0000-0000-0000-000000000000}"/>
          </ac:spMkLst>
        </pc:spChg>
        <pc:spChg chg="mod">
          <ac:chgData name="Utkarsh Kishor" userId="e3eed1159bfe66f8" providerId="LiveId" clId="{6BB9D31B-16FD-42D7-9F4B-061ABE42656D}" dt="2025-04-27T09:10:31.248" v="180" actId="1076"/>
          <ac:spMkLst>
            <pc:docMk/>
            <pc:sldMk cId="0" sldId="267"/>
            <ac:spMk id="251" creationId="{00000000-0000-0000-0000-000000000000}"/>
          </ac:spMkLst>
        </pc:spChg>
        <pc:picChg chg="mod">
          <ac:chgData name="Utkarsh Kishor" userId="e3eed1159bfe66f8" providerId="LiveId" clId="{6BB9D31B-16FD-42D7-9F4B-061ABE42656D}" dt="2025-04-27T09:11:11.062" v="183" actId="1076"/>
          <ac:picMkLst>
            <pc:docMk/>
            <pc:sldMk cId="0" sldId="267"/>
            <ac:picMk id="7" creationId="{A2191A7B-3527-D580-0E7A-96374A7FD158}"/>
          </ac:picMkLst>
        </pc:picChg>
        <pc:picChg chg="add mod">
          <ac:chgData name="Utkarsh Kishor" userId="e3eed1159bfe66f8" providerId="LiveId" clId="{6BB9D31B-16FD-42D7-9F4B-061ABE42656D}" dt="2025-04-27T09:11:55.756" v="187" actId="1076"/>
          <ac:picMkLst>
            <pc:docMk/>
            <pc:sldMk cId="0" sldId="267"/>
            <ac:picMk id="3074" creationId="{5F4C889A-DE5B-BB6E-7344-4F1C7B419413}"/>
          </ac:picMkLst>
        </pc:picChg>
      </pc:sldChg>
      <pc:sldChg chg="delSp del mod">
        <pc:chgData name="Utkarsh Kishor" userId="e3eed1159bfe66f8" providerId="LiveId" clId="{6BB9D31B-16FD-42D7-9F4B-061ABE42656D}" dt="2025-04-27T10:10:47.220" v="491" actId="2696"/>
        <pc:sldMkLst>
          <pc:docMk/>
          <pc:sldMk cId="0" sldId="268"/>
        </pc:sldMkLst>
        <pc:picChg chg="del">
          <ac:chgData name="Utkarsh Kishor" userId="e3eed1159bfe66f8" providerId="LiveId" clId="{6BB9D31B-16FD-42D7-9F4B-061ABE42656D}" dt="2025-04-27T09:39:50.398" v="307" actId="21"/>
          <ac:picMkLst>
            <pc:docMk/>
            <pc:sldMk cId="0" sldId="268"/>
            <ac:picMk id="3" creationId="{80C87AE7-A4DF-C64A-72F4-B7835EF1027B}"/>
          </ac:picMkLst>
        </pc:picChg>
      </pc:sldChg>
      <pc:sldChg chg="addSp delSp modSp mod">
        <pc:chgData name="Utkarsh Kishor" userId="e3eed1159bfe66f8" providerId="LiveId" clId="{6BB9D31B-16FD-42D7-9F4B-061ABE42656D}" dt="2025-04-27T10:09:44.597" v="490" actId="1076"/>
        <pc:sldMkLst>
          <pc:docMk/>
          <pc:sldMk cId="0" sldId="269"/>
        </pc:sldMkLst>
        <pc:spChg chg="add del mod">
          <ac:chgData name="Utkarsh Kishor" userId="e3eed1159bfe66f8" providerId="LiveId" clId="{6BB9D31B-16FD-42D7-9F4B-061ABE42656D}" dt="2025-04-27T09:40:51.622" v="322"/>
          <ac:spMkLst>
            <pc:docMk/>
            <pc:sldMk cId="0" sldId="269"/>
            <ac:spMk id="4" creationId="{4F2FB742-08FD-5418-313B-157123635A1E}"/>
          </ac:spMkLst>
        </pc:spChg>
        <pc:spChg chg="add del mod">
          <ac:chgData name="Utkarsh Kishor" userId="e3eed1159bfe66f8" providerId="LiveId" clId="{6BB9D31B-16FD-42D7-9F4B-061ABE42656D}" dt="2025-04-27T10:07:04.812" v="413"/>
          <ac:spMkLst>
            <pc:docMk/>
            <pc:sldMk cId="0" sldId="269"/>
            <ac:spMk id="5" creationId="{DD2CA253-FE49-C187-173D-9E2D2E618B30}"/>
          </ac:spMkLst>
        </pc:spChg>
        <pc:spChg chg="add mod">
          <ac:chgData name="Utkarsh Kishor" userId="e3eed1159bfe66f8" providerId="LiveId" clId="{6BB9D31B-16FD-42D7-9F4B-061ABE42656D}" dt="2025-04-27T10:05:33.381" v="407" actId="14100"/>
          <ac:spMkLst>
            <pc:docMk/>
            <pc:sldMk cId="0" sldId="269"/>
            <ac:spMk id="6" creationId="{14D91022-FD52-DCCA-F075-7E8571954C05}"/>
          </ac:spMkLst>
        </pc:spChg>
        <pc:spChg chg="add mod">
          <ac:chgData name="Utkarsh Kishor" userId="e3eed1159bfe66f8" providerId="LiveId" clId="{6BB9D31B-16FD-42D7-9F4B-061ABE42656D}" dt="2025-04-27T10:09:44.597" v="490" actId="1076"/>
          <ac:spMkLst>
            <pc:docMk/>
            <pc:sldMk cId="0" sldId="269"/>
            <ac:spMk id="7" creationId="{7BCA8B57-82B7-EF4D-A3C0-AB1FA34DE19D}"/>
          </ac:spMkLst>
        </pc:spChg>
        <pc:spChg chg="del mod">
          <ac:chgData name="Utkarsh Kishor" userId="e3eed1159bfe66f8" providerId="LiveId" clId="{6BB9D31B-16FD-42D7-9F4B-061ABE42656D}" dt="2025-04-27T10:04:24.626" v="391"/>
          <ac:spMkLst>
            <pc:docMk/>
            <pc:sldMk cId="0" sldId="269"/>
            <ac:spMk id="255" creationId="{00000000-0000-0000-0000-000000000000}"/>
          </ac:spMkLst>
        </pc:spChg>
        <pc:spChg chg="mod">
          <ac:chgData name="Utkarsh Kishor" userId="e3eed1159bfe66f8" providerId="LiveId" clId="{6BB9D31B-16FD-42D7-9F4B-061ABE42656D}" dt="2025-04-27T09:38:38.913" v="306" actId="20577"/>
          <ac:spMkLst>
            <pc:docMk/>
            <pc:sldMk cId="0" sldId="269"/>
            <ac:spMk id="256" creationId="{00000000-0000-0000-0000-000000000000}"/>
          </ac:spMkLst>
        </pc:spChg>
        <pc:picChg chg="add mod">
          <ac:chgData name="Utkarsh Kishor" userId="e3eed1159bfe66f8" providerId="LiveId" clId="{6BB9D31B-16FD-42D7-9F4B-061ABE42656D}" dt="2025-04-27T09:40:12.034" v="311" actId="14100"/>
          <ac:picMkLst>
            <pc:docMk/>
            <pc:sldMk cId="0" sldId="269"/>
            <ac:picMk id="2" creationId="{80C87AE7-A4DF-C64A-72F4-B7835EF1027B}"/>
          </ac:picMkLst>
        </pc:picChg>
        <pc:picChg chg="mod">
          <ac:chgData name="Utkarsh Kishor" userId="e3eed1159bfe66f8" providerId="LiveId" clId="{6BB9D31B-16FD-42D7-9F4B-061ABE42656D}" dt="2025-04-27T09:38:01.870" v="258" actId="1076"/>
          <ac:picMkLst>
            <pc:docMk/>
            <pc:sldMk cId="0" sldId="269"/>
            <ac:picMk id="3" creationId="{0E37F03D-4B98-2B8D-4070-C328BEA65B6F}"/>
          </ac:picMkLst>
        </pc:picChg>
      </pc:sldChg>
      <pc:sldChg chg="addSp modSp mod">
        <pc:chgData name="Utkarsh Kishor" userId="e3eed1159bfe66f8" providerId="LiveId" clId="{6BB9D31B-16FD-42D7-9F4B-061ABE42656D}" dt="2025-04-27T10:26:07.734" v="542" actId="14100"/>
        <pc:sldMkLst>
          <pc:docMk/>
          <pc:sldMk cId="0" sldId="270"/>
        </pc:sldMkLst>
        <pc:spChg chg="add mod">
          <ac:chgData name="Utkarsh Kishor" userId="e3eed1159bfe66f8" providerId="LiveId" clId="{6BB9D31B-16FD-42D7-9F4B-061ABE42656D}" dt="2025-04-27T10:12:35.199" v="516" actId="767"/>
          <ac:spMkLst>
            <pc:docMk/>
            <pc:sldMk cId="0" sldId="270"/>
            <ac:spMk id="2" creationId="{A5E9488C-9F6A-E9E2-92AE-21E546C21A16}"/>
          </ac:spMkLst>
        </pc:spChg>
        <pc:spChg chg="mod">
          <ac:chgData name="Utkarsh Kishor" userId="e3eed1159bfe66f8" providerId="LiveId" clId="{6BB9D31B-16FD-42D7-9F4B-061ABE42656D}" dt="2025-04-27T10:26:07.734" v="542" actId="14100"/>
          <ac:spMkLst>
            <pc:docMk/>
            <pc:sldMk cId="0" sldId="270"/>
            <ac:spMk id="257" creationId="{00000000-0000-0000-0000-000000000000}"/>
          </ac:spMkLst>
        </pc:spChg>
      </pc:sldChg>
      <pc:sldChg chg="modSp mod">
        <pc:chgData name="Utkarsh Kishor" userId="e3eed1159bfe66f8" providerId="LiveId" clId="{6BB9D31B-16FD-42D7-9F4B-061ABE42656D}" dt="2025-04-27T10:27:01.601" v="556" actId="20577"/>
        <pc:sldMkLst>
          <pc:docMk/>
          <pc:sldMk cId="0" sldId="271"/>
        </pc:sldMkLst>
        <pc:spChg chg="mod">
          <ac:chgData name="Utkarsh Kishor" userId="e3eed1159bfe66f8" providerId="LiveId" clId="{6BB9D31B-16FD-42D7-9F4B-061ABE42656D}" dt="2025-04-27T10:27:01.601" v="556" actId="20577"/>
          <ac:spMkLst>
            <pc:docMk/>
            <pc:sldMk cId="0" sldId="271"/>
            <ac:spMk id="262" creationId="{00000000-0000-0000-0000-000000000000}"/>
          </ac:spMkLst>
        </pc:spChg>
      </pc:sldChg>
      <pc:sldChg chg="new del">
        <pc:chgData name="Utkarsh Kishor" userId="e3eed1159bfe66f8" providerId="LiveId" clId="{6BB9D31B-16FD-42D7-9F4B-061ABE42656D}" dt="2025-04-27T09:15:50.688" v="192" actId="680"/>
        <pc:sldMkLst>
          <pc:docMk/>
          <pc:sldMk cId="278249073" sldId="272"/>
        </pc:sldMkLst>
      </pc:sldChg>
      <pc:sldChg chg="new del">
        <pc:chgData name="Utkarsh Kishor" userId="e3eed1159bfe66f8" providerId="LiveId" clId="{6BB9D31B-16FD-42D7-9F4B-061ABE42656D}" dt="2025-04-27T09:15:42.245" v="190" actId="680"/>
        <pc:sldMkLst>
          <pc:docMk/>
          <pc:sldMk cId="3053841999" sldId="272"/>
        </pc:sldMkLst>
      </pc:sld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50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50"/>
            <pc:sldLayoutMk cId="0" sldId="2147483651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52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54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54"/>
            <pc:sldLayoutMk cId="0" sldId="2147483655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56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56"/>
            <pc:sldLayoutMk cId="0" sldId="2147483657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58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58"/>
            <pc:sldLayoutMk cId="0" sldId="2147483659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60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60"/>
            <pc:sldLayoutMk cId="0" sldId="2147483661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64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64"/>
            <pc:sldLayoutMk cId="0" sldId="2147483665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66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66"/>
            <pc:sldLayoutMk cId="0" sldId="2147483667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68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68"/>
            <pc:sldLayoutMk cId="0" sldId="2147483669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9:17:00.445" v="249" actId="2696"/>
        <pc:sldMasterMkLst>
          <pc:docMk/>
          <pc:sldMasterMk cId="0" sldId="2147483670"/>
        </pc:sldMasterMkLst>
        <pc:sldLayoutChg chg="del">
          <pc:chgData name="Utkarsh Kishor" userId="e3eed1159bfe66f8" providerId="LiveId" clId="{6BB9D31B-16FD-42D7-9F4B-061ABE42656D}" dt="2025-04-27T09:17:00.445" v="249" actId="2696"/>
          <pc:sldLayoutMkLst>
            <pc:docMk/>
            <pc:sldMasterMk cId="0" sldId="2147483670"/>
            <pc:sldLayoutMk cId="0" sldId="2147483671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72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72"/>
            <pc:sldLayoutMk cId="0" sldId="2147483673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74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74"/>
            <pc:sldLayoutMk cId="0" sldId="2147483675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76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76"/>
            <pc:sldLayoutMk cId="0" sldId="2147483677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80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80"/>
            <pc:sldLayoutMk cId="0" sldId="2147483681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82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82"/>
            <pc:sldLayoutMk cId="0" sldId="2147483683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84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84"/>
            <pc:sldLayoutMk cId="0" sldId="2147483685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86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86"/>
            <pc:sldLayoutMk cId="0" sldId="2147483687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88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88"/>
            <pc:sldLayoutMk cId="0" sldId="2147483689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90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90"/>
            <pc:sldLayoutMk cId="0" sldId="2147483691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92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92"/>
            <pc:sldLayoutMk cId="0" sldId="2147483693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96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96"/>
            <pc:sldLayoutMk cId="0" sldId="2147483697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698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698"/>
            <pc:sldLayoutMk cId="0" sldId="2147483699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700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700"/>
            <pc:sldLayoutMk cId="0" sldId="2147483701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702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702"/>
            <pc:sldLayoutMk cId="0" sldId="2147483703"/>
          </pc:sldLayoutMkLst>
        </pc:sldLayoutChg>
      </pc:sldMasterChg>
      <pc:sldMasterChg chg="del delSldLayout">
        <pc:chgData name="Utkarsh Kishor" userId="e3eed1159bfe66f8" providerId="LiveId" clId="{6BB9D31B-16FD-42D7-9F4B-061ABE42656D}" dt="2025-04-27T08:37:46.543" v="3"/>
        <pc:sldMasterMkLst>
          <pc:docMk/>
          <pc:sldMasterMk cId="0" sldId="2147483704"/>
        </pc:sldMasterMkLst>
        <pc:sldLayoutChg chg="del">
          <pc:chgData name="Utkarsh Kishor" userId="e3eed1159bfe66f8" providerId="LiveId" clId="{6BB9D31B-16FD-42D7-9F4B-061ABE42656D}" dt="2025-04-27T08:37:46.543" v="3"/>
          <pc:sldLayoutMkLst>
            <pc:docMk/>
            <pc:sldMasterMk cId="0" sldId="2147483704"/>
            <pc:sldLayoutMk cId="0" sldId="214748370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277360" y="675360"/>
            <a:ext cx="458892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556720" y="1157400"/>
            <a:ext cx="4030200" cy="229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7" name="Google Shape;11;p2"/>
          <p:cNvGrpSpPr/>
          <p:nvPr/>
        </p:nvGrpSpPr>
        <p:grpSpPr>
          <a:xfrm>
            <a:off x="-21600" y="272880"/>
            <a:ext cx="9187200" cy="4597560"/>
            <a:chOff x="-21600" y="272880"/>
            <a:chExt cx="9187200" cy="4597560"/>
          </a:xfrm>
        </p:grpSpPr>
        <p:cxnSp>
          <p:nvCxnSpPr>
            <p:cNvPr id="2" name="Google Shape;12;p2"/>
            <p:cNvCxnSpPr/>
            <p:nvPr/>
          </p:nvCxnSpPr>
          <p:spPr>
            <a:xfrm flipH="1">
              <a:off x="-21600" y="272880"/>
              <a:ext cx="9187200" cy="360"/>
            </a:xfrm>
            <a:prstGeom prst="straightConnector1">
              <a:avLst/>
            </a:prstGeom>
            <a:ln w="9525">
              <a:solidFill>
                <a:srgbClr val="262425"/>
              </a:solidFill>
              <a:round/>
            </a:ln>
          </p:spPr>
        </p:cxnSp>
        <p:cxnSp>
          <p:nvCxnSpPr>
            <p:cNvPr id="3" name="Google Shape;13;p2"/>
            <p:cNvCxnSpPr/>
            <p:nvPr/>
          </p:nvCxnSpPr>
          <p:spPr>
            <a:xfrm flipH="1">
              <a:off x="-21240" y="4870440"/>
              <a:ext cx="9187200" cy="360"/>
            </a:xfrm>
            <a:prstGeom prst="straightConnector1">
              <a:avLst/>
            </a:prstGeom>
            <a:ln w="9525">
              <a:solidFill>
                <a:srgbClr val="262425"/>
              </a:solidFill>
              <a:round/>
            </a:ln>
          </p:spPr>
        </p:cxnSp>
      </p:grpSp>
      <p:sp>
        <p:nvSpPr>
          <p:cNvPr id="4" name="Google Shape;14;p2"/>
          <p:cNvSpPr/>
          <p:nvPr/>
        </p:nvSpPr>
        <p:spPr>
          <a:xfrm>
            <a:off x="8574120" y="4478760"/>
            <a:ext cx="1037160" cy="1036800"/>
          </a:xfrm>
          <a:prstGeom prst="ellipse">
            <a:avLst/>
          </a:prstGeom>
          <a:solidFill>
            <a:srgbClr val="4A86E8">
              <a:alpha val="27000"/>
            </a:srgbClr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83000" y="699120"/>
            <a:ext cx="434448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59" name="Google Shape;155;p17"/>
          <p:cNvGrpSpPr/>
          <p:nvPr/>
        </p:nvGrpSpPr>
        <p:grpSpPr>
          <a:xfrm>
            <a:off x="-21600" y="272880"/>
            <a:ext cx="9187200" cy="4597560"/>
            <a:chOff x="-21600" y="272880"/>
            <a:chExt cx="9187200" cy="4597560"/>
          </a:xfrm>
        </p:grpSpPr>
        <p:cxnSp>
          <p:nvCxnSpPr>
            <p:cNvPr id="60" name="Google Shape;156;p17"/>
            <p:cNvCxnSpPr/>
            <p:nvPr/>
          </p:nvCxnSpPr>
          <p:spPr>
            <a:xfrm flipH="1">
              <a:off x="-21600" y="272880"/>
              <a:ext cx="9187200" cy="360"/>
            </a:xfrm>
            <a:prstGeom prst="straightConnector1">
              <a:avLst/>
            </a:prstGeom>
            <a:ln w="9525">
              <a:solidFill>
                <a:srgbClr val="262425"/>
              </a:solidFill>
              <a:round/>
            </a:ln>
          </p:spPr>
        </p:cxnSp>
        <p:cxnSp>
          <p:nvCxnSpPr>
            <p:cNvPr id="61" name="Google Shape;157;p17"/>
            <p:cNvCxnSpPr/>
            <p:nvPr/>
          </p:nvCxnSpPr>
          <p:spPr>
            <a:xfrm flipH="1">
              <a:off x="-21240" y="4870440"/>
              <a:ext cx="9187200" cy="360"/>
            </a:xfrm>
            <a:prstGeom prst="straightConnector1">
              <a:avLst/>
            </a:prstGeom>
            <a:ln w="9525">
              <a:solidFill>
                <a:srgbClr val="262425"/>
              </a:solidFill>
              <a:round/>
            </a:ln>
          </p:spPr>
        </p:cxnSp>
      </p:grpSp>
      <p:grpSp>
        <p:nvGrpSpPr>
          <p:cNvPr id="62" name="Google Shape;158;p17"/>
          <p:cNvGrpSpPr/>
          <p:nvPr/>
        </p:nvGrpSpPr>
        <p:grpSpPr>
          <a:xfrm>
            <a:off x="-684000" y="-574200"/>
            <a:ext cx="5827680" cy="6476040"/>
            <a:chOff x="-684000" y="-574200"/>
            <a:chExt cx="5827680" cy="6476040"/>
          </a:xfrm>
        </p:grpSpPr>
        <p:grpSp>
          <p:nvGrpSpPr>
            <p:cNvPr id="63" name="Google Shape;159;p17"/>
            <p:cNvGrpSpPr/>
            <p:nvPr/>
          </p:nvGrpSpPr>
          <p:grpSpPr>
            <a:xfrm>
              <a:off x="-684000" y="4189680"/>
              <a:ext cx="1712160" cy="1712160"/>
              <a:chOff x="-684000" y="4189680"/>
              <a:chExt cx="1712160" cy="1712160"/>
            </a:xfrm>
          </p:grpSpPr>
          <p:sp>
            <p:nvSpPr>
              <p:cNvPr id="64" name="Google Shape;160;p17"/>
              <p:cNvSpPr/>
              <p:nvPr/>
            </p:nvSpPr>
            <p:spPr>
              <a:xfrm>
                <a:off x="-684000" y="4189680"/>
                <a:ext cx="1712160" cy="1712160"/>
              </a:xfrm>
              <a:prstGeom prst="ellipse">
                <a:avLst/>
              </a:prstGeom>
              <a:noFill/>
              <a:ln w="9525">
                <a:solidFill>
                  <a:srgbClr val="26242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" name="Google Shape;161;p17"/>
              <p:cNvSpPr/>
              <p:nvPr/>
            </p:nvSpPr>
            <p:spPr>
              <a:xfrm>
                <a:off x="-369360" y="4504320"/>
                <a:ext cx="1083600" cy="1083600"/>
              </a:xfrm>
              <a:prstGeom prst="ellipse">
                <a:avLst/>
              </a:prstGeom>
              <a:solidFill>
                <a:srgbClr val="4A86E8">
                  <a:alpha val="27000"/>
                </a:srgbClr>
              </a:solidFill>
              <a:ln w="9525">
                <a:solidFill>
                  <a:srgbClr val="4A86E8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66" name="Google Shape;162;p17"/>
            <p:cNvSpPr/>
            <p:nvPr/>
          </p:nvSpPr>
          <p:spPr>
            <a:xfrm>
              <a:off x="3999960" y="-574200"/>
              <a:ext cx="1143720" cy="1143720"/>
            </a:xfrm>
            <a:prstGeom prst="ellipse">
              <a:avLst/>
            </a:prstGeom>
            <a:noFill/>
            <a:ln w="9525">
              <a:solidFill>
                <a:srgbClr val="26242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788440" y="1182960"/>
            <a:ext cx="2715120" cy="3054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2277360" y="675360"/>
            <a:ext cx="458892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6" name="Google Shape;255;p24"/>
          <p:cNvSpPr/>
          <p:nvPr/>
        </p:nvSpPr>
        <p:spPr>
          <a:xfrm>
            <a:off x="2277360" y="3459600"/>
            <a:ext cx="45889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100" b="0" strike="noStrike" spc="-1">
                <a:solidFill>
                  <a:schemeClr val="dk1"/>
                </a:solidFill>
                <a:latin typeface="Raleway"/>
                <a:ea typeface="Raleway"/>
              </a:rPr>
              <a:t>CREDITS: This presentation template was created by </a:t>
            </a:r>
            <a:r>
              <a:rPr lang="en" sz="1100" b="1" u="sng" strike="noStrike" spc="-1">
                <a:solidFill>
                  <a:schemeClr val="dk1"/>
                </a:solidFill>
                <a:uFillTx/>
                <a:latin typeface="Raleway"/>
                <a:ea typeface="Raleway"/>
                <a:hlinkClick r:id="rId3"/>
              </a:rPr>
              <a:t>Slidesgo</a:t>
            </a:r>
            <a:r>
              <a:rPr lang="en" sz="1100" b="0" strike="noStrike" spc="-1">
                <a:solidFill>
                  <a:schemeClr val="dk1"/>
                </a:solidFill>
                <a:latin typeface="Raleway"/>
                <a:ea typeface="Raleway"/>
              </a:rPr>
              <a:t>, and includes icons by </a:t>
            </a:r>
            <a:r>
              <a:rPr lang="en" sz="1100" b="1" u="sng" strike="noStrike" spc="-1">
                <a:solidFill>
                  <a:schemeClr val="dk1"/>
                </a:solidFill>
                <a:uFillTx/>
                <a:latin typeface="Raleway"/>
                <a:ea typeface="Raleway"/>
                <a:hlinkClick r:id="rId4"/>
              </a:rPr>
              <a:t>Flaticon</a:t>
            </a:r>
            <a:r>
              <a:rPr lang="en" sz="1100" b="0" strike="noStrike" spc="-1">
                <a:solidFill>
                  <a:schemeClr val="dk1"/>
                </a:solidFill>
                <a:latin typeface="Raleway"/>
                <a:ea typeface="Raleway"/>
              </a:rPr>
              <a:t>, and infographics &amp; images by </a:t>
            </a:r>
            <a:r>
              <a:rPr lang="en" sz="1100" b="1" u="sng" strike="noStrike" spc="-1">
                <a:solidFill>
                  <a:schemeClr val="dk1"/>
                </a:solidFill>
                <a:uFillTx/>
                <a:latin typeface="Raleway"/>
                <a:ea typeface="Raleway"/>
                <a:hlinkClick r:id="rId5"/>
              </a:rPr>
              <a:t>Freepik</a:t>
            </a:r>
            <a:r>
              <a:rPr lang="en" sz="1100" b="1" u="sng" strike="noStrike" spc="-1">
                <a:solidFill>
                  <a:schemeClr val="dk1"/>
                </a:solidFill>
                <a:uFillTx/>
                <a:latin typeface="Raleway"/>
                <a:ea typeface="Raleway"/>
              </a:rPr>
              <a:t> </a:t>
            </a:r>
            <a:endParaRPr lang="en-US" sz="11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27" name="Google Shape;256;p24"/>
          <p:cNvGrpSpPr/>
          <p:nvPr/>
        </p:nvGrpSpPr>
        <p:grpSpPr>
          <a:xfrm>
            <a:off x="-21600" y="272880"/>
            <a:ext cx="9187200" cy="4597560"/>
            <a:chOff x="-21600" y="272880"/>
            <a:chExt cx="9187200" cy="4597560"/>
          </a:xfrm>
        </p:grpSpPr>
        <p:cxnSp>
          <p:nvCxnSpPr>
            <p:cNvPr id="128" name="Google Shape;257;p24"/>
            <p:cNvCxnSpPr/>
            <p:nvPr/>
          </p:nvCxnSpPr>
          <p:spPr>
            <a:xfrm flipH="1">
              <a:off x="-21600" y="272880"/>
              <a:ext cx="9187200" cy="360"/>
            </a:xfrm>
            <a:prstGeom prst="straightConnector1">
              <a:avLst/>
            </a:prstGeom>
            <a:ln w="9525">
              <a:solidFill>
                <a:srgbClr val="262425"/>
              </a:solidFill>
              <a:round/>
            </a:ln>
          </p:spPr>
        </p:cxnSp>
        <p:cxnSp>
          <p:nvCxnSpPr>
            <p:cNvPr id="129" name="Google Shape;258;p24"/>
            <p:cNvCxnSpPr/>
            <p:nvPr/>
          </p:nvCxnSpPr>
          <p:spPr>
            <a:xfrm flipH="1">
              <a:off x="-21240" y="4870440"/>
              <a:ext cx="9187200" cy="360"/>
            </a:xfrm>
            <a:prstGeom prst="straightConnector1">
              <a:avLst/>
            </a:prstGeom>
            <a:ln w="9525">
              <a:solidFill>
                <a:srgbClr val="262425"/>
              </a:solidFill>
              <a:round/>
            </a:ln>
          </p:spPr>
        </p:cxnSp>
      </p:grpSp>
      <p:sp>
        <p:nvSpPr>
          <p:cNvPr id="130" name="Google Shape;259;p24"/>
          <p:cNvSpPr/>
          <p:nvPr/>
        </p:nvSpPr>
        <p:spPr>
          <a:xfrm>
            <a:off x="7773840" y="3081240"/>
            <a:ext cx="2413800" cy="2413800"/>
          </a:xfrm>
          <a:prstGeom prst="ellipse">
            <a:avLst/>
          </a:prstGeom>
          <a:noFill/>
          <a:ln w="9525">
            <a:solidFill>
              <a:srgbClr val="2624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75;p9"/>
          <p:cNvGrpSpPr/>
          <p:nvPr/>
        </p:nvGrpSpPr>
        <p:grpSpPr>
          <a:xfrm>
            <a:off x="-716760" y="-852840"/>
            <a:ext cx="11507400" cy="7424280"/>
            <a:chOff x="-716760" y="-852840"/>
            <a:chExt cx="11507400" cy="7424280"/>
          </a:xfrm>
        </p:grpSpPr>
        <p:grpSp>
          <p:nvGrpSpPr>
            <p:cNvPr id="197" name="Google Shape;76;p9"/>
            <p:cNvGrpSpPr/>
            <p:nvPr/>
          </p:nvGrpSpPr>
          <p:grpSpPr>
            <a:xfrm>
              <a:off x="-716760" y="-852840"/>
              <a:ext cx="1712160" cy="1712160"/>
              <a:chOff x="-716760" y="-852840"/>
              <a:chExt cx="1712160" cy="1712160"/>
            </a:xfrm>
          </p:grpSpPr>
          <p:sp>
            <p:nvSpPr>
              <p:cNvPr id="198" name="Google Shape;77;p9"/>
              <p:cNvSpPr/>
              <p:nvPr/>
            </p:nvSpPr>
            <p:spPr>
              <a:xfrm>
                <a:off x="-716760" y="-852840"/>
                <a:ext cx="1712160" cy="1712160"/>
              </a:xfrm>
              <a:prstGeom prst="ellipse">
                <a:avLst/>
              </a:prstGeom>
              <a:noFill/>
              <a:ln w="9525">
                <a:solidFill>
                  <a:srgbClr val="26242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9" name="Google Shape;78;p9"/>
              <p:cNvSpPr/>
              <p:nvPr/>
            </p:nvSpPr>
            <p:spPr>
              <a:xfrm>
                <a:off x="-402480" y="-538560"/>
                <a:ext cx="1083600" cy="1083600"/>
              </a:xfrm>
              <a:prstGeom prst="ellipse">
                <a:avLst/>
              </a:prstGeom>
              <a:solidFill>
                <a:srgbClr val="4A86E8">
                  <a:alpha val="27000"/>
                </a:srgbClr>
              </a:solidFill>
              <a:ln w="9525">
                <a:solidFill>
                  <a:srgbClr val="4A86E8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200" name="Google Shape;79;p9"/>
            <p:cNvSpPr/>
            <p:nvPr/>
          </p:nvSpPr>
          <p:spPr>
            <a:xfrm>
              <a:off x="7901280" y="3682080"/>
              <a:ext cx="2889360" cy="2889360"/>
            </a:xfrm>
            <a:prstGeom prst="ellipse">
              <a:avLst/>
            </a:prstGeom>
            <a:noFill/>
            <a:ln w="9525">
              <a:solidFill>
                <a:srgbClr val="26242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720000" y="407520"/>
            <a:ext cx="7703640" cy="60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202" name="Google Shape;82;p9"/>
          <p:cNvGrpSpPr/>
          <p:nvPr/>
        </p:nvGrpSpPr>
        <p:grpSpPr>
          <a:xfrm>
            <a:off x="-21600" y="272880"/>
            <a:ext cx="9187200" cy="4597560"/>
            <a:chOff x="-21600" y="272880"/>
            <a:chExt cx="9187200" cy="4597560"/>
          </a:xfrm>
        </p:grpSpPr>
        <p:cxnSp>
          <p:nvCxnSpPr>
            <p:cNvPr id="203" name="Google Shape;83;p9"/>
            <p:cNvCxnSpPr/>
            <p:nvPr/>
          </p:nvCxnSpPr>
          <p:spPr>
            <a:xfrm flipH="1">
              <a:off x="-21600" y="272880"/>
              <a:ext cx="9187200" cy="360"/>
            </a:xfrm>
            <a:prstGeom prst="straightConnector1">
              <a:avLst/>
            </a:prstGeom>
            <a:ln w="9525">
              <a:solidFill>
                <a:srgbClr val="262425"/>
              </a:solidFill>
              <a:round/>
            </a:ln>
          </p:spPr>
        </p:cxnSp>
        <p:cxnSp>
          <p:nvCxnSpPr>
            <p:cNvPr id="204" name="Google Shape;84;p9"/>
            <p:cNvCxnSpPr/>
            <p:nvPr/>
          </p:nvCxnSpPr>
          <p:spPr>
            <a:xfrm flipH="1">
              <a:off x="-21240" y="4870440"/>
              <a:ext cx="9187200" cy="360"/>
            </a:xfrm>
            <a:prstGeom prst="straightConnector1">
              <a:avLst/>
            </a:prstGeom>
            <a:ln w="9525">
              <a:solidFill>
                <a:srgbClr val="262425"/>
              </a:solidFill>
              <a:round/>
            </a:ln>
          </p:spPr>
        </p:cxnSp>
      </p:grp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aultimothymooney/breast-histopathology-images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ubTitle"/>
          </p:nvPr>
        </p:nvSpPr>
        <p:spPr>
          <a:xfrm>
            <a:off x="2076480" y="3524400"/>
            <a:ext cx="4990680" cy="361440"/>
          </a:xfrm>
          <a:prstGeom prst="rect">
            <a:avLst/>
          </a:prstGeom>
          <a:solidFill>
            <a:schemeClr val="dk1"/>
          </a:solidFill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rmAutofit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>
                <a:solidFill>
                  <a:schemeClr val="lt1"/>
                </a:solidFill>
                <a:latin typeface="Raleway"/>
                <a:ea typeface="Raleway"/>
              </a:rPr>
              <a:t>Research Project Presentation on Deep Learning Techniques</a:t>
            </a:r>
            <a:endParaRPr lang="en-US" sz="12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title"/>
          </p:nvPr>
        </p:nvSpPr>
        <p:spPr>
          <a:xfrm>
            <a:off x="1516912" y="1162080"/>
            <a:ext cx="6088910" cy="1602385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500" b="0" strike="noStrike" spc="-1" dirty="0">
                <a:solidFill>
                  <a:schemeClr val="dk1"/>
                </a:solidFill>
                <a:latin typeface="Arial Rounded MT Bold" panose="020F0704030504030204" pitchFamily="34" charset="0"/>
                <a:ea typeface="Asap"/>
              </a:rPr>
              <a:t>Breast Cancer Classification</a:t>
            </a:r>
            <a:endParaRPr lang="fr-FR" sz="4500" b="0" strike="noStrike" spc="-1" dirty="0">
              <a:solidFill>
                <a:schemeClr val="dk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12" name="Google Shape;296;p33"/>
          <p:cNvGrpSpPr/>
          <p:nvPr/>
        </p:nvGrpSpPr>
        <p:grpSpPr>
          <a:xfrm>
            <a:off x="-4626360" y="-4587480"/>
            <a:ext cx="7590600" cy="7590600"/>
            <a:chOff x="-4626360" y="-4587480"/>
            <a:chExt cx="7590600" cy="7590600"/>
          </a:xfrm>
        </p:grpSpPr>
        <p:sp>
          <p:nvSpPr>
            <p:cNvPr id="213" name="Google Shape;297;p33"/>
            <p:cNvSpPr/>
            <p:nvPr/>
          </p:nvSpPr>
          <p:spPr>
            <a:xfrm>
              <a:off x="-4626360" y="-4587480"/>
              <a:ext cx="7590600" cy="7590600"/>
            </a:xfrm>
            <a:prstGeom prst="ellipse">
              <a:avLst/>
            </a:prstGeom>
            <a:noFill/>
            <a:ln w="9525">
              <a:solidFill>
                <a:srgbClr val="26242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4" name="Google Shape;298;p33"/>
            <p:cNvSpPr/>
            <p:nvPr/>
          </p:nvSpPr>
          <p:spPr>
            <a:xfrm>
              <a:off x="-3233160" y="-3194280"/>
              <a:ext cx="4803840" cy="4803840"/>
            </a:xfrm>
            <a:prstGeom prst="ellipse">
              <a:avLst/>
            </a:prstGeom>
            <a:solidFill>
              <a:srgbClr val="4A86E8">
                <a:alpha val="27000"/>
              </a:srgbClr>
            </a:solidFill>
            <a:ln w="9525">
              <a:solidFill>
                <a:srgbClr val="4A86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81200" y="106920"/>
            <a:ext cx="4343040" cy="107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0" strike="noStrike" spc="-1" dirty="0">
                <a:solidFill>
                  <a:schemeClr val="dk1"/>
                </a:solidFill>
                <a:latin typeface="Asap"/>
                <a:ea typeface="Asap"/>
              </a:rPr>
              <a:t>Introduction</a:t>
            </a:r>
            <a:endParaRPr lang="fr-FR" sz="2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1182532" y="1612431"/>
            <a:ext cx="4218109" cy="2333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 marL="457200" indent="-30492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5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This system is a diagnostic support tool designed to</a:t>
            </a:r>
          </a:p>
          <a:p>
            <a:pPr marL="457200" indent="-30492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5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automatically classify medical breast cancer images</a:t>
            </a:r>
          </a:p>
          <a:p>
            <a:pPr marL="457200" indent="-30492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5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as either benign or malignant using a trained</a:t>
            </a:r>
          </a:p>
          <a:p>
            <a:pPr marL="457200" indent="-30492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5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Convolutional Neural Network (CNN) model.</a:t>
            </a:r>
          </a:p>
          <a:p>
            <a:pPr marL="457200" indent="-30492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5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The objective of the system is to provide a modular,</a:t>
            </a:r>
          </a:p>
          <a:p>
            <a:pPr marL="457200" indent="-30492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5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and scalable solution that helps in early and</a:t>
            </a:r>
          </a:p>
          <a:p>
            <a:pPr marL="457200" indent="-30492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5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accurate detection of breast cancer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endParaRPr lang="en-US" sz="15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17" name="Google Shape;521;p46"/>
          <p:cNvPicPr/>
          <p:nvPr/>
        </p:nvPicPr>
        <p:blipFill>
          <a:blip r:embed="rId2"/>
          <a:srcRect l="16790" r="16790"/>
          <a:stretch/>
        </p:blipFill>
        <p:spPr>
          <a:xfrm>
            <a:off x="5788440" y="1182960"/>
            <a:ext cx="2715120" cy="3054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-201952" y="0"/>
            <a:ext cx="4343040" cy="107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0" strike="noStrike" spc="-1" dirty="0">
                <a:solidFill>
                  <a:schemeClr val="dk1"/>
                </a:solidFill>
                <a:latin typeface="Asap"/>
                <a:ea typeface="Asap"/>
              </a:rPr>
              <a:t>Features of the Dataset</a:t>
            </a:r>
            <a:endParaRPr lang="fr-FR" sz="2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162433" y="1076040"/>
            <a:ext cx="4343040" cy="30545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OpenSymbol"/>
              </a:rPr>
              <a:t>The dataset comprises 277,524 image patches, each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OpenSymbol"/>
              </a:rPr>
              <a:t>measuring 50x50 pixels, extracted from 162 whole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OpenSymbol"/>
              </a:rPr>
              <a:t>slide images of breast cancer specimens scanned at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OpenSymbol"/>
              </a:rPr>
              <a:t>40x magnification.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OpenSymbol"/>
              </a:rPr>
              <a:t>The images are in RGB format, suitable for training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OpenSymbol"/>
              </a:rPr>
              <a:t>Convolutional Neural Networks (CNNs) and other deep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OpenSymbol"/>
              </a:rPr>
              <a:t>learning models.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5E9446-0B35-11A0-16DB-848763147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36265"/>
            <a:ext cx="4409567" cy="3594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ubTitle"/>
          </p:nvPr>
        </p:nvSpPr>
        <p:spPr>
          <a:xfrm>
            <a:off x="1787835" y="1362330"/>
            <a:ext cx="5695560" cy="241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Symbol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Number of images: 277,524 image patches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Image size: Each image is 50×50 pixels, in RGB color (so 3 channels).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Classes: Two classes — IDC Positive (cancerous) and IDC Negative (non-cancerous).</a:t>
            </a:r>
            <a:endParaRPr lang="en" sz="1600" spc="-1" dirty="0">
              <a:solidFill>
                <a:schemeClr val="dk1"/>
              </a:solidFill>
              <a:latin typeface="Raleway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spc="-1" dirty="0">
                <a:solidFill>
                  <a:schemeClr val="dk1"/>
                </a:solidFill>
                <a:latin typeface="OpenSymbol"/>
              </a:rPr>
              <a:t>Breast Histopathology Image:</a:t>
            </a:r>
            <a:r>
              <a:rPr lang="en-US" sz="1600" spc="-1" dirty="0">
                <a:solidFill>
                  <a:srgbClr val="000000"/>
                </a:solidFill>
                <a:latin typeface="OpenSymbol"/>
              </a:rPr>
              <a:t> </a:t>
            </a:r>
            <a:r>
              <a:rPr lang="en-US" sz="1600" spc="-1" dirty="0">
                <a:solidFill>
                  <a:srgbClr val="000000"/>
                </a:solidFill>
                <a:latin typeface="OpenSymbol"/>
                <a:hlinkClick r:id="rId2" tooltip="Kaggle"/>
              </a:rPr>
              <a:t>https://www.kaggle.com/datasets/paultimothymooney/breast-histopathology-images</a:t>
            </a:r>
            <a:endParaRPr lang="en" sz="1600" spc="-1" dirty="0">
              <a:solidFill>
                <a:schemeClr val="dk1"/>
              </a:solidFill>
              <a:latin typeface="Raleway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title"/>
          </p:nvPr>
        </p:nvSpPr>
        <p:spPr>
          <a:xfrm>
            <a:off x="723960" y="409680"/>
            <a:ext cx="7705440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0" strike="noStrike" spc="-1" dirty="0">
                <a:solidFill>
                  <a:schemeClr val="dk1"/>
                </a:solidFill>
                <a:latin typeface="Asap"/>
                <a:ea typeface="Asap"/>
              </a:rPr>
              <a:t>Dataset size and source</a:t>
            </a:r>
            <a:endParaRPr lang="fr-FR" sz="26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ubTitle"/>
          </p:nvPr>
        </p:nvSpPr>
        <p:spPr>
          <a:xfrm>
            <a:off x="1844542" y="1362330"/>
            <a:ext cx="5695560" cy="241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just">
              <a:lnSpc>
                <a:spcPct val="115000"/>
              </a:lnSpc>
              <a:spcBef>
                <a:spcPts val="30"/>
              </a:spcBef>
              <a:buNone/>
            </a:pPr>
            <a:r>
              <a:rPr lang="en-IN" sz="1800" dirty="0">
                <a:effectLst/>
                <a:latin typeface="OpenSymbol"/>
                <a:ea typeface="Times New Roman" panose="02020603050405020304" pitchFamily="18" charset="0"/>
              </a:rPr>
              <a:t>The following model architectures and techniques have</a:t>
            </a:r>
          </a:p>
          <a:p>
            <a:pPr algn="just">
              <a:lnSpc>
                <a:spcPct val="115000"/>
              </a:lnSpc>
              <a:spcBef>
                <a:spcPts val="30"/>
              </a:spcBef>
              <a:buNone/>
            </a:pPr>
            <a:r>
              <a:rPr lang="en-IN" sz="1800" dirty="0">
                <a:effectLst/>
                <a:latin typeface="OpenSymbol"/>
                <a:ea typeface="Times New Roman" panose="02020603050405020304" pitchFamily="18" charset="0"/>
              </a:rPr>
              <a:t>been integrated into the system for performance</a:t>
            </a:r>
          </a:p>
          <a:p>
            <a:pPr algn="just">
              <a:lnSpc>
                <a:spcPct val="115000"/>
              </a:lnSpc>
              <a:spcBef>
                <a:spcPts val="30"/>
              </a:spcBef>
              <a:buNone/>
            </a:pPr>
            <a:r>
              <a:rPr lang="en-IN" sz="1800" dirty="0">
                <a:effectLst/>
                <a:latin typeface="OpenSymbol"/>
                <a:ea typeface="Times New Roman" panose="02020603050405020304" pitchFamily="18" charset="0"/>
              </a:rPr>
              <a:t>comparison and analysis:</a:t>
            </a:r>
          </a:p>
          <a:p>
            <a:pPr marL="342900" lvl="0" indent="-342900" algn="just">
              <a:lnSpc>
                <a:spcPct val="115000"/>
              </a:lnSpc>
              <a:spcBef>
                <a:spcPts val="3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OpenSymbol"/>
                <a:ea typeface="Times New Roman" panose="02020603050405020304" pitchFamily="18" charset="0"/>
              </a:rPr>
              <a:t>CNN + Random Forest</a:t>
            </a:r>
          </a:p>
          <a:p>
            <a:pPr marL="342900" lvl="0" indent="-342900" algn="just">
              <a:lnSpc>
                <a:spcPct val="115000"/>
              </a:lnSpc>
              <a:spcBef>
                <a:spcPts val="3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OpenSymbol"/>
                <a:ea typeface="Times New Roman" panose="02020603050405020304" pitchFamily="18" charset="0"/>
              </a:rPr>
              <a:t>CNN + XG-Boost</a:t>
            </a:r>
          </a:p>
          <a:p>
            <a:pPr marL="342900" lvl="0" indent="-342900" algn="just">
              <a:lnSpc>
                <a:spcPct val="115000"/>
              </a:lnSpc>
              <a:spcBef>
                <a:spcPts val="3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OpenSymbol"/>
                <a:ea typeface="Times New Roman" panose="02020603050405020304" pitchFamily="18" charset="0"/>
              </a:rPr>
              <a:t>CNN + Transformer Model</a:t>
            </a:r>
          </a:p>
          <a:p>
            <a:pPr marL="342900" lvl="0" indent="-342900" algn="just">
              <a:lnSpc>
                <a:spcPct val="115000"/>
              </a:lnSpc>
              <a:spcBef>
                <a:spcPts val="3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OpenSymbol"/>
                <a:ea typeface="Times New Roman" panose="02020603050405020304" pitchFamily="18" charset="0"/>
              </a:rPr>
              <a:t>CNN + Inception V3 (Transfer Learning)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title"/>
          </p:nvPr>
        </p:nvSpPr>
        <p:spPr>
          <a:xfrm>
            <a:off x="723960" y="409680"/>
            <a:ext cx="7705440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strike="noStrike" spc="-1" dirty="0">
                <a:solidFill>
                  <a:schemeClr val="dk1"/>
                </a:solidFill>
                <a:latin typeface="Arial"/>
              </a:rPr>
              <a:t>Model </a:t>
            </a:r>
            <a:r>
              <a:rPr lang="fr-FR" sz="2600" b="0" strike="noStrike" spc="-1" dirty="0" err="1">
                <a:solidFill>
                  <a:schemeClr val="dk1"/>
                </a:solidFill>
                <a:latin typeface="Arial"/>
              </a:rPr>
              <a:t>Used</a:t>
            </a:r>
            <a:r>
              <a:rPr lang="fr-FR" sz="2600" b="0" strike="noStrike" spc="-1" dirty="0">
                <a:solidFill>
                  <a:schemeClr val="dk1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ubTitle"/>
          </p:nvPr>
        </p:nvSpPr>
        <p:spPr>
          <a:xfrm>
            <a:off x="0" y="1024029"/>
            <a:ext cx="4720856" cy="29525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buNone/>
            </a:pPr>
            <a:r>
              <a:rPr lang="en-US" sz="1200" b="1" dirty="0">
                <a:latin typeface="OpenSymbol"/>
              </a:rPr>
              <a:t>Layers of CNN:</a:t>
            </a:r>
            <a:endParaRPr lang="en-US" sz="1200" dirty="0">
              <a:latin typeface="OpenSymbo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OpenSymbol"/>
              </a:rPr>
              <a:t>Convolution Layer:</a:t>
            </a:r>
            <a:r>
              <a:rPr lang="en-US" sz="1200" dirty="0">
                <a:latin typeface="OpenSymbol"/>
              </a:rPr>
              <a:t> Detects features like edges and textures using filters.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OpenSymbol"/>
              </a:rPr>
              <a:t>ReLU</a:t>
            </a:r>
            <a:r>
              <a:rPr lang="en-US" sz="1200" b="1" dirty="0">
                <a:latin typeface="OpenSymbol"/>
              </a:rPr>
              <a:t> Activation:</a:t>
            </a:r>
            <a:r>
              <a:rPr lang="en-US" sz="1200" dirty="0">
                <a:latin typeface="OpenSymbol"/>
              </a:rPr>
              <a:t> Introduces non-linearity by replacing negative values with zero.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OpenSymbol"/>
              </a:rPr>
              <a:t>Pooling Layer:</a:t>
            </a:r>
            <a:r>
              <a:rPr lang="en-US" sz="1200" dirty="0">
                <a:latin typeface="OpenSymbol"/>
              </a:rPr>
              <a:t> Reduces the size of the feature maps to make the model faster and avoid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OpenSymbol"/>
              </a:rPr>
              <a:t>Flattening:</a:t>
            </a:r>
            <a:r>
              <a:rPr lang="en-US" sz="1200" dirty="0">
                <a:latin typeface="OpenSymbol"/>
              </a:rPr>
              <a:t> Converts the 2D output into a 1D vector.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OpenSymbol"/>
              </a:rPr>
              <a:t>Fully Connected Layer:</a:t>
            </a:r>
            <a:r>
              <a:rPr lang="en-US" sz="1200" dirty="0">
                <a:latin typeface="OpenSymbol"/>
              </a:rPr>
              <a:t> Combines all features to predict the output.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OpenSymbol"/>
              </a:rPr>
              <a:t>Output Layer:</a:t>
            </a:r>
            <a:r>
              <a:rPr lang="en-US" sz="1200" dirty="0">
                <a:latin typeface="OpenSymbol"/>
              </a:rPr>
              <a:t> Gives the final prediction (e.g., cancerous or non-cancerous).</a:t>
            </a:r>
          </a:p>
        </p:txBody>
      </p:sp>
      <p:sp>
        <p:nvSpPr>
          <p:cNvPr id="240" name="PlaceHolder 2"/>
          <p:cNvSpPr>
            <a:spLocks noGrp="1"/>
          </p:cNvSpPr>
          <p:nvPr>
            <p:ph type="title"/>
          </p:nvPr>
        </p:nvSpPr>
        <p:spPr>
          <a:xfrm>
            <a:off x="723960" y="409680"/>
            <a:ext cx="7705440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0" strike="noStrike" spc="-1" dirty="0">
                <a:solidFill>
                  <a:schemeClr val="dk1"/>
                </a:solidFill>
                <a:latin typeface="Asap"/>
                <a:ea typeface="Asap"/>
              </a:rPr>
              <a:t>Details on CNN architectures</a:t>
            </a:r>
            <a:endParaRPr lang="fr-FR" sz="2600" b="0" strike="noStrike" spc="-1" dirty="0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050" name="Picture 2" descr="Introduction to Convolution Neural Network | GeeksforGeeks">
            <a:extLst>
              <a:ext uri="{FF2B5EF4-FFF2-40B4-BE49-F238E27FC236}">
                <a16:creationId xmlns:a16="http://schemas.microsoft.com/office/drawing/2014/main" id="{85530C26-267D-C348-9161-A64CF3140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097" y="1018800"/>
            <a:ext cx="4004931" cy="2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52430" y="-115942"/>
            <a:ext cx="4343040" cy="107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strike="noStrike" spc="-1" dirty="0">
                <a:solidFill>
                  <a:schemeClr val="dk1"/>
                </a:solidFill>
                <a:latin typeface="Arial"/>
              </a:rPr>
              <a:t>Evaluation </a:t>
            </a:r>
            <a:r>
              <a:rPr lang="fr-FR" sz="2600" b="0" strike="noStrike" spc="-1" dirty="0" err="1">
                <a:solidFill>
                  <a:schemeClr val="dk1"/>
                </a:solidFill>
                <a:latin typeface="Arial"/>
              </a:rPr>
              <a:t>Metrics</a:t>
            </a:r>
            <a:endParaRPr lang="fr-FR" sz="2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subTitle"/>
          </p:nvPr>
        </p:nvSpPr>
        <p:spPr>
          <a:xfrm>
            <a:off x="134932" y="990066"/>
            <a:ext cx="4343040" cy="2333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Raleway"/>
                <a:ea typeface="Raleway"/>
              </a:rPr>
              <a:t>The evaluation of model performance was primarily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Raleway"/>
                <a:ea typeface="Raleway"/>
              </a:rPr>
              <a:t>based on accuracy, precision, and recall, which provide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Raleway"/>
                <a:ea typeface="Raleway"/>
              </a:rPr>
              <a:t>insights into the effectiveness of the classification results.</a:t>
            </a:r>
          </a:p>
          <a:p>
            <a:pPr marL="457200" indent="-304920">
              <a:lnSpc>
                <a:spcPct val="100000"/>
              </a:lnSpc>
              <a:buNone/>
              <a:tabLst>
                <a:tab pos="0" algn="l"/>
              </a:tabLst>
            </a:pPr>
            <a:endParaRPr lang="en" sz="1200" b="0" strike="noStrike" spc="-1" dirty="0">
              <a:solidFill>
                <a:schemeClr val="dk1"/>
              </a:solidFill>
              <a:latin typeface="Raleway"/>
              <a:ea typeface="Raleway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191A7B-3527-D580-0E7A-96374A7FD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96" y="673730"/>
            <a:ext cx="3622033" cy="2649496"/>
          </a:xfrm>
          <a:prstGeom prst="rect">
            <a:avLst/>
          </a:prstGeom>
        </p:spPr>
      </p:pic>
      <p:pic>
        <p:nvPicPr>
          <p:cNvPr id="3074" name="Picture 2" descr="Confusion matrix: Precision, Recall, Accuracy, and F1 score ...">
            <a:extLst>
              <a:ext uri="{FF2B5EF4-FFF2-40B4-BE49-F238E27FC236}">
                <a16:creationId xmlns:a16="http://schemas.microsoft.com/office/drawing/2014/main" id="{5F4C889A-DE5B-BB6E-7344-4F1C7B419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28" y="1998478"/>
            <a:ext cx="4645153" cy="196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2"/>
          <p:cNvSpPr>
            <a:spLocks noGrp="1"/>
          </p:cNvSpPr>
          <p:nvPr>
            <p:ph type="title"/>
          </p:nvPr>
        </p:nvSpPr>
        <p:spPr>
          <a:xfrm>
            <a:off x="719280" y="148856"/>
            <a:ext cx="7705440" cy="60767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strike="noStrike" spc="-1" dirty="0">
                <a:solidFill>
                  <a:schemeClr val="dk1"/>
                </a:solidFill>
                <a:latin typeface="Arial"/>
              </a:rPr>
              <a:t>AUC-ROC </a:t>
            </a:r>
            <a:r>
              <a:rPr lang="fr-FR" sz="2600" b="0" strike="noStrike" spc="-1" dirty="0" err="1">
                <a:solidFill>
                  <a:schemeClr val="dk1"/>
                </a:solidFill>
                <a:latin typeface="Arial"/>
              </a:rPr>
              <a:t>Curve</a:t>
            </a:r>
            <a:r>
              <a:rPr lang="fr-FR" sz="2600" b="0" strike="noStrike" spc="-1" dirty="0">
                <a:solidFill>
                  <a:schemeClr val="dk1"/>
                </a:solidFill>
                <a:latin typeface="Arial"/>
              </a:rPr>
              <a:t> and Confusion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37F03D-4B98-2B8D-4070-C328BEA65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484"/>
            <a:ext cx="4485418" cy="26156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C87AE7-A4DF-C64A-72F4-B7835EF10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418" y="716872"/>
            <a:ext cx="4658582" cy="257922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4D91022-FD52-DCCA-F075-7E8571954C05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0" y="3330227"/>
            <a:ext cx="45720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The AUC-ROC curve helps us check how well our model can tell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200" dirty="0">
                <a:latin typeface="OpenSymbol"/>
              </a:rPr>
              <a:t>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difference between two classes (like cancerous and non-cancerous).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AUC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 (Area Under the Curve) gives a score between 0 and 1 — a score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200" dirty="0">
                <a:latin typeface="OpenSymbol"/>
              </a:rPr>
              <a:t>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closer to 1 means the model is very good at making correct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This is very important in medical tests because making mistakes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200" dirty="0">
                <a:latin typeface="OpenSymbol"/>
              </a:rPr>
              <a:t>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(false positives or false negatives) can have serious consequences.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CA8B57-82B7-EF4D-A3C0-AB1FA34DE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8582" y="3330227"/>
            <a:ext cx="448541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A confusion matrix shows how well the model is doing by comparing the correct and wrong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Symbol"/>
              </a:rPr>
              <a:t>It helps us see exactly where the model is strong and where it needs improvement.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ubTitle"/>
          </p:nvPr>
        </p:nvSpPr>
        <p:spPr>
          <a:xfrm>
            <a:off x="1724220" y="1266960"/>
            <a:ext cx="5695560" cy="27379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latin typeface="OpenSymbol"/>
              </a:rPr>
              <a:t>The "Breast Cancer Classification Using Deep Learning" project successfully aims to build a reliable and accurate diagnostic support system using Convolutional Neural Networks (CNNs).</a:t>
            </a:r>
            <a:br>
              <a:rPr lang="en-US" sz="1400" dirty="0">
                <a:latin typeface="OpenSymbol"/>
              </a:rPr>
            </a:br>
            <a:endParaRPr lang="en-US" sz="1400" dirty="0">
              <a:latin typeface="OpenSymbo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latin typeface="OpenSymbol"/>
              </a:rPr>
              <a:t>It focuses on early detection of breast cancer by classifying medical images as benign or malignant with a target accuracy of over 93%.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solidFill>
                <a:srgbClr val="000000"/>
              </a:solidFill>
              <a:latin typeface="OpenSymbo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latin typeface="OpenSymbol"/>
              </a:rPr>
              <a:t>The system is designed for research, educational use, and assisting healthcare professionals, ensuring high performance, reliability, and portability.</a:t>
            </a:r>
            <a:endParaRPr lang="en-US" sz="14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title"/>
          </p:nvPr>
        </p:nvSpPr>
        <p:spPr>
          <a:xfrm>
            <a:off x="723960" y="409680"/>
            <a:ext cx="7705440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0" strike="noStrike" spc="-1">
                <a:solidFill>
                  <a:schemeClr val="dk1"/>
                </a:solidFill>
                <a:latin typeface="Asap"/>
                <a:ea typeface="Asap"/>
              </a:rPr>
              <a:t>Conclusions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2276640" y="676440"/>
            <a:ext cx="4590720" cy="1104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7200" spc="-1" dirty="0" err="1">
                <a:solidFill>
                  <a:schemeClr val="dk1"/>
                </a:solidFill>
                <a:latin typeface="Arial"/>
              </a:rPr>
              <a:t>Thank</a:t>
            </a:r>
            <a:r>
              <a:rPr lang="fr-FR" sz="7200" spc="-1" dirty="0">
                <a:solidFill>
                  <a:schemeClr val="dk1"/>
                </a:solidFill>
                <a:latin typeface="Arial"/>
              </a:rPr>
              <a:t> You!</a:t>
            </a:r>
            <a:endParaRPr lang="fr-FR" sz="7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subTitle"/>
          </p:nvPr>
        </p:nvSpPr>
        <p:spPr>
          <a:xfrm>
            <a:off x="2276640" y="1762200"/>
            <a:ext cx="459072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OpenSymbol"/>
              </a:rPr>
              <a:t>Utkarsh Kishor  CS-2341383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spc="-1" dirty="0">
                <a:solidFill>
                  <a:srgbClr val="000000"/>
                </a:solidFill>
                <a:latin typeface="OpenSymbol"/>
              </a:rPr>
              <a:t>Lakshya CS-23411328</a:t>
            </a:r>
            <a:endParaRPr lang="en-US" sz="12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64" name="Google Shape;636;p52"/>
          <p:cNvSpPr/>
          <p:nvPr/>
        </p:nvSpPr>
        <p:spPr>
          <a:xfrm>
            <a:off x="3787920" y="2797920"/>
            <a:ext cx="345240" cy="345600"/>
          </a:xfrm>
          <a:custGeom>
            <a:avLst/>
            <a:gdLst>
              <a:gd name="textAreaLeft" fmla="*/ 0 w 345240"/>
              <a:gd name="textAreaRight" fmla="*/ 345600 w 34524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65" name="Google Shape;637;p52"/>
          <p:cNvGrpSpPr/>
          <p:nvPr/>
        </p:nvGrpSpPr>
        <p:grpSpPr>
          <a:xfrm>
            <a:off x="4398840" y="2797920"/>
            <a:ext cx="345600" cy="345240"/>
            <a:chOff x="4398840" y="2797920"/>
            <a:chExt cx="345600" cy="345240"/>
          </a:xfrm>
        </p:grpSpPr>
        <p:sp>
          <p:nvSpPr>
            <p:cNvPr id="266" name="Google Shape;638;p52"/>
            <p:cNvSpPr/>
            <p:nvPr/>
          </p:nvSpPr>
          <p:spPr>
            <a:xfrm>
              <a:off x="4398840" y="27979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7" name="Google Shape;639;p52"/>
            <p:cNvSpPr/>
            <p:nvPr/>
          </p:nvSpPr>
          <p:spPr>
            <a:xfrm>
              <a:off x="4463640" y="2863080"/>
              <a:ext cx="214920" cy="2149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" name="Google Shape;640;p52"/>
            <p:cNvSpPr/>
            <p:nvPr/>
          </p:nvSpPr>
          <p:spPr>
            <a:xfrm>
              <a:off x="4513680" y="2914200"/>
              <a:ext cx="114480" cy="11232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160" bIns="56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9" name="Google Shape;641;p52"/>
            <p:cNvSpPr/>
            <p:nvPr/>
          </p:nvSpPr>
          <p:spPr>
            <a:xfrm>
              <a:off x="4614840" y="2890800"/>
              <a:ext cx="29160" cy="2880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70" name="Google Shape;642;p52"/>
          <p:cNvGrpSpPr/>
          <p:nvPr/>
        </p:nvGrpSpPr>
        <p:grpSpPr>
          <a:xfrm>
            <a:off x="5010480" y="2797920"/>
            <a:ext cx="345600" cy="345240"/>
            <a:chOff x="5010480" y="2797920"/>
            <a:chExt cx="345600" cy="345240"/>
          </a:xfrm>
        </p:grpSpPr>
        <p:sp>
          <p:nvSpPr>
            <p:cNvPr id="271" name="Google Shape;643;p52"/>
            <p:cNvSpPr/>
            <p:nvPr/>
          </p:nvSpPr>
          <p:spPr>
            <a:xfrm>
              <a:off x="5010480" y="27979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2" name="Google Shape;644;p52"/>
            <p:cNvSpPr/>
            <p:nvPr/>
          </p:nvSpPr>
          <p:spPr>
            <a:xfrm>
              <a:off x="5090040" y="2936520"/>
              <a:ext cx="47520" cy="1202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3" name="Google Shape;645;p52"/>
            <p:cNvSpPr/>
            <p:nvPr/>
          </p:nvSpPr>
          <p:spPr>
            <a:xfrm>
              <a:off x="5082840" y="28706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360" bIns="27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4" name="Google Shape;646;p52"/>
            <p:cNvSpPr/>
            <p:nvPr/>
          </p:nvSpPr>
          <p:spPr>
            <a:xfrm>
              <a:off x="5162760" y="2936520"/>
              <a:ext cx="127800" cy="12024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75" name="Google Shape;647;p52"/>
          <p:cNvGrpSpPr/>
          <p:nvPr/>
        </p:nvGrpSpPr>
        <p:grpSpPr>
          <a:xfrm>
            <a:off x="-4997880" y="-2025000"/>
            <a:ext cx="7590600" cy="7590600"/>
            <a:chOff x="-4997880" y="-2025000"/>
            <a:chExt cx="7590600" cy="7590600"/>
          </a:xfrm>
        </p:grpSpPr>
        <p:sp>
          <p:nvSpPr>
            <p:cNvPr id="276" name="Google Shape;648;p52"/>
            <p:cNvSpPr/>
            <p:nvPr/>
          </p:nvSpPr>
          <p:spPr>
            <a:xfrm>
              <a:off x="-4997880" y="-2025000"/>
              <a:ext cx="7590600" cy="7590600"/>
            </a:xfrm>
            <a:prstGeom prst="ellipse">
              <a:avLst/>
            </a:prstGeom>
            <a:noFill/>
            <a:ln w="9525">
              <a:solidFill>
                <a:srgbClr val="26242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7" name="Google Shape;649;p52"/>
            <p:cNvSpPr/>
            <p:nvPr/>
          </p:nvSpPr>
          <p:spPr>
            <a:xfrm>
              <a:off x="-3604320" y="-631440"/>
              <a:ext cx="4803840" cy="4803840"/>
            </a:xfrm>
            <a:prstGeom prst="ellipse">
              <a:avLst/>
            </a:prstGeom>
            <a:solidFill>
              <a:srgbClr val="4A86E8">
                <a:alpha val="27000"/>
              </a:srgbClr>
            </a:solidFill>
            <a:ln w="9525">
              <a:solidFill>
                <a:srgbClr val="4A86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78" name="Google Shape;650;p52"/>
          <p:cNvSpPr/>
          <p:nvPr/>
        </p:nvSpPr>
        <p:spPr>
          <a:xfrm>
            <a:off x="2590920" y="4152960"/>
            <a:ext cx="3952440" cy="11601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900520" rIns="870823080" bIns="290052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strike="noStrike" spc="-1">
                <a:solidFill>
                  <a:schemeClr val="dk1"/>
                </a:solidFill>
                <a:latin typeface="Arial"/>
              </a:rPr>
              <a:t>Please keep this slide for attribution</a:t>
            </a:r>
            <a:endParaRPr lang="en-US" sz="10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06AB9F-E13F-7E7A-B6FA-CBA273E19002}"/>
              </a:ext>
            </a:extLst>
          </p:cNvPr>
          <p:cNvSpPr/>
          <p:nvPr/>
        </p:nvSpPr>
        <p:spPr>
          <a:xfrm>
            <a:off x="2395870" y="3430772"/>
            <a:ext cx="4352260" cy="4678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Commercial Proposal by Slidesgo">
  <a:themeElements>
    <a:clrScheme name="Simple Light">
      <a:dk1>
        <a:srgbClr val="262425"/>
      </a:dk1>
      <a:lt1>
        <a:srgbClr val="F8FAFB"/>
      </a:lt1>
      <a:dk2>
        <a:srgbClr val="666666"/>
      </a:dk2>
      <a:lt2>
        <a:srgbClr val="B7B7B7"/>
      </a:lt2>
      <a:accent1>
        <a:srgbClr val="4A86E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242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nimalist Commercial Proposal by Slidesgo">
  <a:themeElements>
    <a:clrScheme name="Simple Light">
      <a:dk1>
        <a:srgbClr val="262425"/>
      </a:dk1>
      <a:lt1>
        <a:srgbClr val="F8FAFB"/>
      </a:lt1>
      <a:dk2>
        <a:srgbClr val="666666"/>
      </a:dk2>
      <a:lt2>
        <a:srgbClr val="B7B7B7"/>
      </a:lt2>
      <a:accent1>
        <a:srgbClr val="4A86E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242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inimalist Commercial Proposal by Slidesgo">
  <a:themeElements>
    <a:clrScheme name="Simple Light">
      <a:dk1>
        <a:srgbClr val="262425"/>
      </a:dk1>
      <a:lt1>
        <a:srgbClr val="F8FAFB"/>
      </a:lt1>
      <a:dk2>
        <a:srgbClr val="666666"/>
      </a:dk2>
      <a:lt2>
        <a:srgbClr val="B7B7B7"/>
      </a:lt2>
      <a:accent1>
        <a:srgbClr val="4A86E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242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inimalist Commercial Proposal by Slidesgo">
  <a:themeElements>
    <a:clrScheme name="Simple Light">
      <a:dk1>
        <a:srgbClr val="262425"/>
      </a:dk1>
      <a:lt1>
        <a:srgbClr val="F8FAFB"/>
      </a:lt1>
      <a:dk2>
        <a:srgbClr val="666666"/>
      </a:dk2>
      <a:lt2>
        <a:srgbClr val="B7B7B7"/>
      </a:lt2>
      <a:accent1>
        <a:srgbClr val="4A86E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242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548</Words>
  <Application>Microsoft Office PowerPoint</Application>
  <PresentationFormat>On-screen Show (16:9)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Aptos Display</vt:lpstr>
      <vt:lpstr>Arial</vt:lpstr>
      <vt:lpstr>Arial Rounded MT Bold</vt:lpstr>
      <vt:lpstr>Asap</vt:lpstr>
      <vt:lpstr>OpenSymbol</vt:lpstr>
      <vt:lpstr>Raleway</vt:lpstr>
      <vt:lpstr>Symbol</vt:lpstr>
      <vt:lpstr>Wingdings</vt:lpstr>
      <vt:lpstr>Minimalist Commercial Proposal by Slidesgo</vt:lpstr>
      <vt:lpstr>Minimalist Commercial Proposal by Slidesgo</vt:lpstr>
      <vt:lpstr>Minimalist Commercial Proposal by Slidesgo</vt:lpstr>
      <vt:lpstr>Minimalist Commercial Proposal by Slidesgo</vt:lpstr>
      <vt:lpstr>Breast Cancer Classification</vt:lpstr>
      <vt:lpstr>Introduction</vt:lpstr>
      <vt:lpstr>Features of the Dataset</vt:lpstr>
      <vt:lpstr>Dataset size and source</vt:lpstr>
      <vt:lpstr>Model Used </vt:lpstr>
      <vt:lpstr>Details on CNN architectures</vt:lpstr>
      <vt:lpstr>Evaluation Metrics</vt:lpstr>
      <vt:lpstr>AUC-ROC Curve and Confusion Matrix</vt:lpstr>
      <vt:lpstr>Conclusions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Utkarsh Kishor</cp:lastModifiedBy>
  <cp:revision>2</cp:revision>
  <dcterms:modified xsi:type="dcterms:W3CDTF">2025-05-06T08:32:48Z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2025-04-24T18:38:36Z</dcterms:created>
  <dc:creator>Unknown Creator</dc:creator>
  <dc:description/>
  <dc:language>en-US</dc:language>
  <cp:lastModifiedBy>Unknown Creator</cp:lastModifiedBy>
  <dcterms:modified xsi:type="dcterms:W3CDTF">2025-04-24T18:38:36Z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16</vt:r8>
  </property>
</Properties>
</file>